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C10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640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51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DO APP E SETUP INICIAL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App: Financeiro e Frota Logística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60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da atividade — Parte 1, 2 e 3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4892040"/>
            <a:ext cx="3840480" cy="0"/>
          </a:xfrm>
          <a:prstGeom prst="line">
            <a:avLst/>
          </a:prstGeom>
          <a:noFill/>
          <a:ln w="12700">
            <a:solidFill>
              <a:srgbClr val="2C2C2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5074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Equipe: </a:t>
            </a:r>
            <a:pPr indent="0" marL="0">
              <a:buNone/>
            </a:pPr>
            <a:r>
              <a:rPr lang="en-US" sz="1400" i="1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grupo]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440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</a:t>
            </a:r>
            <a:pPr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10/09/2026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SUMÁRIO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apresentar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C1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810512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da equipe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9748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C1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770632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da stack tecnológica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65760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C1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3730752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Diretrizes de interface e protótipo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61772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C1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4690872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de dados (DER)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173736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C1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0" y="1810512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com Google (SSO)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269748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C1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2770632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 de organização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126480" y="365760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C1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3730752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Git e regras de proteção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ITEM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Apresentação da Equipe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Preencha com o nome do grupo e o foco de cada integrante antes da entrega.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468880" cy="3108960"/>
          </a:xfrm>
          <a:prstGeom prst="roundRect">
            <a:avLst>
              <a:gd name="adj" fmla="val 2222"/>
            </a:avLst>
          </a:prstGeom>
          <a:solidFill>
            <a:srgbClr val="1E1E1E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2468880"/>
            <a:ext cx="1005840" cy="1005840"/>
          </a:xfrm>
          <a:prstGeom prst="ellipse">
            <a:avLst/>
          </a:prstGeom>
          <a:solidFill>
            <a:srgbClr val="242424"/>
          </a:solidFill>
          <a:ln w="19050">
            <a:solidFill>
              <a:srgbClr val="FFC10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80160" y="24688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C1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703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integrante 1]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42519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[Ex.: Front-end / UI-UX]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2103120"/>
            <a:ext cx="2468880" cy="3108960"/>
          </a:xfrm>
          <a:prstGeom prst="roundRect">
            <a:avLst>
              <a:gd name="adj" fmla="val 2222"/>
            </a:avLst>
          </a:prstGeom>
          <a:solidFill>
            <a:srgbClr val="1E1E1E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0" y="2468880"/>
            <a:ext cx="1005840" cy="1005840"/>
          </a:xfrm>
          <a:prstGeom prst="ellipse">
            <a:avLst/>
          </a:prstGeom>
          <a:solidFill>
            <a:srgbClr val="242424"/>
          </a:solidFill>
          <a:ln w="19050">
            <a:solidFill>
              <a:srgbClr val="FFC10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23360" y="24688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C1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3703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integrante 2]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42519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[Ex.: Backend / Banco de dados]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2103120"/>
            <a:ext cx="2468880" cy="3108960"/>
          </a:xfrm>
          <a:prstGeom prst="roundRect">
            <a:avLst>
              <a:gd name="adj" fmla="val 2222"/>
            </a:avLst>
          </a:prstGeom>
          <a:solidFill>
            <a:srgbClr val="1E1E1E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66560" y="2468880"/>
            <a:ext cx="1005840" cy="1005840"/>
          </a:xfrm>
          <a:prstGeom prst="ellipse">
            <a:avLst/>
          </a:prstGeom>
          <a:solidFill>
            <a:srgbClr val="242424"/>
          </a:solidFill>
          <a:ln w="19050">
            <a:solidFill>
              <a:srgbClr val="FFC10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66560" y="24688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C1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6172200" y="3703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integrante 3]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172200" y="42519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[Ex.: Integração / Autenticação]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778240" y="2103120"/>
            <a:ext cx="2468880" cy="3108960"/>
          </a:xfrm>
          <a:prstGeom prst="roundRect">
            <a:avLst>
              <a:gd name="adj" fmla="val 2222"/>
            </a:avLst>
          </a:prstGeom>
          <a:solidFill>
            <a:srgbClr val="1E1E1E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09760" y="2468880"/>
            <a:ext cx="1005840" cy="1005840"/>
          </a:xfrm>
          <a:prstGeom prst="ellipse">
            <a:avLst/>
          </a:prstGeom>
          <a:solidFill>
            <a:srgbClr val="242424"/>
          </a:solidFill>
          <a:ln w="19050">
            <a:solidFill>
              <a:srgbClr val="FFC10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509760" y="24688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C1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800" dirty="0"/>
          </a:p>
        </p:txBody>
      </p:sp>
      <p:sp>
        <p:nvSpPr>
          <p:cNvPr id="23" name="Text 21"/>
          <p:cNvSpPr txBox="1"/>
          <p:nvPr/>
        </p:nvSpPr>
        <p:spPr>
          <a:xfrm>
            <a:off x="8915400" y="3703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integrante 4]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915400" y="42519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[Ex.: Organização / QA]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ITEM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Definição da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1E1E1E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031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Native + Expo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68680" y="2798064"/>
            <a:ext cx="109728" cy="109728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43000" y="2633472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único código-base para Android e iOS — a equipe entrega mais rápido com menos manutenção duplicada.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3547872"/>
            <a:ext cx="109728" cy="109728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43000" y="338328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elimina a etapa de configurar toolchains nativas (Android Studio/Xcode) para rodar no emulador/dispositivo.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68680" y="4297680"/>
            <a:ext cx="109728" cy="109728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43000" y="4133088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Ecossistema maduro (React Navigation, Auth Session) com grande base de documentação para times de estudo.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68680" y="5047488"/>
            <a:ext cx="109728" cy="109728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43000" y="4882896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JavaScript/React já é familiar à maioria da equipe — menor curva de aprendizado que Kotlin ou .NET MAUI.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89320" y="1554480"/>
            <a:ext cx="5623560" cy="4480560"/>
          </a:xfrm>
          <a:prstGeom prst="roundRect">
            <a:avLst>
              <a:gd name="adj" fmla="val 1633"/>
            </a:avLst>
          </a:prstGeom>
          <a:solidFill>
            <a:srgbClr val="1E1E1E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9360" y="1783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&amp; AUTENTICAÇÃO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21031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Supabase (PostgreSQL)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309360" y="2798064"/>
            <a:ext cx="109728" cy="109728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83680" y="2633472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relacional (Postgres) — encaixa naturalmente no domínio: veículos, motoristas, viagens e financeiro têm relações claras entre si (ver DER).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09360" y="3547872"/>
            <a:ext cx="109728" cy="109728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3680" y="338328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pronta com provedor Google (OAuth2 nativo) já integrada ao banco — resolve o requisito de SSO sem servidor próprio.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309360" y="4297680"/>
            <a:ext cx="109728" cy="109728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583680" y="4133088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oficial persiste a sessão automaticamente no dispositivo (AsyncStorage), atendendo ao item 5 da atividade.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309360" y="5047488"/>
            <a:ext cx="109728" cy="109728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83680" y="4882896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gratuito suficiente para o ciclo do projeto acadêmico, com painel visual para a equipe inspecionar dados.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ITEM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Diretrizes de Interface e Protótipo</a:t>
            </a:r>
            <a:endParaRPr lang="en-US" sz="3200" dirty="0"/>
          </a:p>
        </p:txBody>
      </p:sp>
      <p:pic>
        <p:nvPicPr>
          <p:cNvPr id="4" name="Image 0" descr="/root/.claude/uploads/4d0a2548-24b5-5918-8ad5-7f64c9d5405f/dd0097ad-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7223760" cy="36918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33776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 de baixa fidelidade — fluxo completo (24 telas)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8092440" y="1691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escuro consistente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2039112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 #121212, cartões #1E1E1E — reduz fadiga visual em uso prolongado no veículo/escritório.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8092440" y="2926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único acento de cor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092440" y="3273552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Amarelo (#FFC107) reservado a ações primárias e destaques — guia o olho sem poluir a tela.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4160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Cartões com espaçamento generoso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092440" y="4507992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agrupado em cards com respiro interno (16-24px), evitando telas densas.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8092440" y="5394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Navegação previsível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092440" y="5742432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bar fixa (Início, Financeiro, Frota, Mais) replica o padrão de apps mobile já conhecido pelo usuário.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ITEM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Modelagem de Dados — Diagrama DER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completo em db/schema.sql — pronto para rodar no SQL Editor do Supabase.</a:t>
            </a:r>
            <a:endParaRPr lang="en-US" sz="1250" dirty="0"/>
          </a:p>
        </p:txBody>
      </p:sp>
      <p:pic>
        <p:nvPicPr>
          <p:cNvPr id="5" name="Image 0" descr="/home/claude/frota-financeiro/docs/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39796" y="1874520"/>
            <a:ext cx="6309360" cy="460455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ITEM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Autenticação — Login com Google (SSO)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FFC10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45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 toca em "Entrar com Google"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98424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expo-auth-session abre o fluxo OAuth2 nativo do Google — nenhum formulário manual pede a senha do Google.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770632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FFC10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770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7249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devolve o token à Supabase Auth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06324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supabase.auth.signInWithOAuth() troca o código por uma sessão válida (access + refresh token).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849624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FFC10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849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80390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Sessão é salva no dispositivo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142232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SDK do Supabase grava a sessão no AsyncStorage automaticamente — é o que garante login persistente.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928616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FFC10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9286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88289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restaura a sessão ao reabrir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221224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supabase.auth.getSession() é chamado no início do App.js; se houver sessão salva, o usuário cai direto no Dashboard.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0" y="1691640"/>
            <a:ext cx="4754880" cy="4023360"/>
          </a:xfrm>
          <a:prstGeom prst="roundRect">
            <a:avLst>
              <a:gd name="adj" fmla="val 1818"/>
            </a:avLst>
          </a:prstGeom>
          <a:solidFill>
            <a:srgbClr val="1E1E1E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78040" y="19202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DA IMPLEMENTAÇÃO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2331720"/>
            <a:ext cx="4160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do fluxo OAuth2 + persistência implementado em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src/contexts/AuthContext.js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◻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Pendente: criar projeto Supabase real e Client ID OAuth no Google Cloud Console (credenciais são específicas de cada equipe/conta)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◻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configurar, capturar print da tela de login + reabertura do app já autenticado como evidência final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ITEM 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Ferramenta de Organização — Trello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148840" cy="4206240"/>
          </a:xfrm>
          <a:prstGeom prst="roundRect">
            <a:avLst>
              <a:gd name="adj" fmla="val 2553"/>
            </a:avLst>
          </a:prstGeom>
          <a:solidFill>
            <a:srgbClr val="1E1E1E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8745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85800" y="2331720"/>
            <a:ext cx="1874520" cy="594360"/>
          </a:xfrm>
          <a:prstGeom prst="roundRect">
            <a:avLst>
              <a:gd name="adj" fmla="val 7692"/>
            </a:avLst>
          </a:prstGeom>
          <a:solidFill>
            <a:srgbClr val="242424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331720"/>
            <a:ext cx="1636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 apresentação final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862072" y="1737360"/>
            <a:ext cx="2148840" cy="4206240"/>
          </a:xfrm>
          <a:prstGeom prst="roundRect">
            <a:avLst>
              <a:gd name="adj" fmla="val 2553"/>
            </a:avLst>
          </a:prstGeom>
          <a:solidFill>
            <a:srgbClr val="1E1E1E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99232" y="18745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Fazer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999232" y="2331720"/>
            <a:ext cx="1874520" cy="594360"/>
          </a:xfrm>
          <a:prstGeom prst="roundRect">
            <a:avLst>
              <a:gd name="adj" fmla="val 7692"/>
            </a:avLst>
          </a:prstGeom>
          <a:solidFill>
            <a:srgbClr val="242424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118104" y="2331720"/>
            <a:ext cx="1636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 DER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999232" y="3063240"/>
            <a:ext cx="1874520" cy="594360"/>
          </a:xfrm>
          <a:prstGeom prst="roundRect">
            <a:avLst>
              <a:gd name="adj" fmla="val 7692"/>
            </a:avLst>
          </a:prstGeom>
          <a:solidFill>
            <a:srgbClr val="242424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118104" y="3063240"/>
            <a:ext cx="1636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Auth Google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175504" y="1737360"/>
            <a:ext cx="2148840" cy="4206240"/>
          </a:xfrm>
          <a:prstGeom prst="roundRect">
            <a:avLst>
              <a:gd name="adj" fmla="val 2553"/>
            </a:avLst>
          </a:prstGeom>
          <a:solidFill>
            <a:srgbClr val="1E1E1E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12664" y="18745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Andamento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312664" y="2331720"/>
            <a:ext cx="1874520" cy="594360"/>
          </a:xfrm>
          <a:prstGeom prst="roundRect">
            <a:avLst>
              <a:gd name="adj" fmla="val 7692"/>
            </a:avLst>
          </a:prstGeom>
          <a:solidFill>
            <a:srgbClr val="242424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31536" y="2331720"/>
            <a:ext cx="1636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telas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312664" y="3063240"/>
            <a:ext cx="1874520" cy="594360"/>
          </a:xfrm>
          <a:prstGeom prst="roundRect">
            <a:avLst>
              <a:gd name="adj" fmla="val 7692"/>
            </a:avLst>
          </a:prstGeom>
          <a:solidFill>
            <a:srgbClr val="242424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31536" y="3063240"/>
            <a:ext cx="1636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do banco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488936" y="1737360"/>
            <a:ext cx="2148840" cy="4206240"/>
          </a:xfrm>
          <a:prstGeom prst="roundRect">
            <a:avLst>
              <a:gd name="adj" fmla="val 2553"/>
            </a:avLst>
          </a:prstGeom>
          <a:solidFill>
            <a:srgbClr val="1E1E1E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26096" y="18745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Revisão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626096" y="2331720"/>
            <a:ext cx="1874520" cy="594360"/>
          </a:xfrm>
          <a:prstGeom prst="roundRect">
            <a:avLst>
              <a:gd name="adj" fmla="val 7692"/>
            </a:avLst>
          </a:prstGeom>
          <a:solidFill>
            <a:srgbClr val="242424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44968" y="2331720"/>
            <a:ext cx="1636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PR: setup do projeto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802368" y="1737360"/>
            <a:ext cx="2148840" cy="4206240"/>
          </a:xfrm>
          <a:prstGeom prst="roundRect">
            <a:avLst>
              <a:gd name="adj" fmla="val 2553"/>
            </a:avLst>
          </a:prstGeom>
          <a:solidFill>
            <a:srgbClr val="1E1E1E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939528" y="18745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Concluído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9939528" y="2331720"/>
            <a:ext cx="1874520" cy="594360"/>
          </a:xfrm>
          <a:prstGeom prst="roundRect">
            <a:avLst>
              <a:gd name="adj" fmla="val 7692"/>
            </a:avLst>
          </a:prstGeom>
          <a:solidFill>
            <a:srgbClr val="242424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058400" y="2331720"/>
            <a:ext cx="1636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definida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939528" y="3063240"/>
            <a:ext cx="1874520" cy="594360"/>
          </a:xfrm>
          <a:prstGeom prst="roundRect">
            <a:avLst>
              <a:gd name="adj" fmla="val 7692"/>
            </a:avLst>
          </a:prstGeom>
          <a:solidFill>
            <a:srgbClr val="242424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058400" y="3063240"/>
            <a:ext cx="1636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 de telas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completo com todos os cartões sugeridos: docs/board-trello.md — crie o board real em trello.com replicando esta estrutura.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ITEM 7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Repositório Git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03520" cy="4297680"/>
          </a:xfrm>
          <a:prstGeom prst="roundRect">
            <a:avLst>
              <a:gd name="adj" fmla="val 1702"/>
            </a:avLst>
          </a:prstGeom>
          <a:solidFill>
            <a:srgbClr val="1E1E1E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CONFIGURADO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68680" y="2386584"/>
            <a:ext cx="109728" cy="109728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2221992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Git inicializado localmente, branch principal main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68680" y="3191256"/>
            <a:ext cx="109728" cy="109728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3026664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 cobrindo node_modules, .env e arquivos de build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3995928"/>
            <a:ext cx="109728" cy="109728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43000" y="3831336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inicial com a base do app, schema do banco e docs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4800600"/>
            <a:ext cx="109728" cy="109728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43000" y="463600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Credenciais isoladas em .env (nunca versionadas — só .env.example)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26480" y="1645920"/>
            <a:ext cx="5486400" cy="4297680"/>
          </a:xfrm>
          <a:prstGeom prst="roundRect">
            <a:avLst>
              <a:gd name="adj" fmla="val 1702"/>
            </a:avLst>
          </a:prstGeom>
          <a:solidFill>
            <a:srgbClr val="1E1E1E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46520" y="1874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 DA EQUIPE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46520" y="233172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42424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46520" y="2331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2221992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o repositório remoto no GitHub e dar git push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46520" y="313639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42424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46520" y="3136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0" y="3026664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Settings &gt; Branches, criar regra de proteção para main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46520" y="394106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42424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46520" y="3941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0" y="3831336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Exigir Pull Request + 1 aprovação antes de merge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46520" y="47457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42424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46520" y="4745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0" y="4636008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Bloquear bypass da regra — nenhum push direto na main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Esperado e Link do Repositório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1508760"/>
          </a:xfrm>
          <a:prstGeom prst="roundRect">
            <a:avLst>
              <a:gd name="adj" fmla="val 4848"/>
            </a:avLst>
          </a:prstGeom>
          <a:solidFill>
            <a:srgbClr val="1E1E1E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365760" cy="365760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8745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do app rodando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258568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Expo completo, navegação entre as 24 telas do protótipo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89320" y="1691640"/>
            <a:ext cx="5120640" cy="1508760"/>
          </a:xfrm>
          <a:prstGeom prst="roundRect">
            <a:avLst>
              <a:gd name="adj" fmla="val 4848"/>
            </a:avLst>
          </a:prstGeom>
          <a:solidFill>
            <a:srgbClr val="1E1E1E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920240"/>
            <a:ext cx="365760" cy="365760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1792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18745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funcional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766560" y="2258568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Google SSO + persistência de sessão implementados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5120640" cy="1508760"/>
          </a:xfrm>
          <a:prstGeom prst="roundRect">
            <a:avLst>
              <a:gd name="adj" fmla="val 4848"/>
            </a:avLst>
          </a:prstGeom>
          <a:solidFill>
            <a:srgbClr val="1E1E1E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657600"/>
            <a:ext cx="365760" cy="365760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61188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configurado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995928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relacional pronto (db/schema.sql) para rodar no Supabase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89320" y="3429000"/>
            <a:ext cx="5120640" cy="1508760"/>
          </a:xfrm>
          <a:prstGeom prst="roundRect">
            <a:avLst>
              <a:gd name="adj" fmla="val 4848"/>
            </a:avLst>
          </a:prstGeom>
          <a:solidFill>
            <a:srgbClr val="1E1E1E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3657600"/>
            <a:ext cx="365760" cy="365760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1792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361188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de tarefas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6766560" y="3995928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colunas e cartões definida (docs/board-trello.md)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257800"/>
            <a:ext cx="10698480" cy="822960"/>
          </a:xfrm>
          <a:prstGeom prst="roundRect">
            <a:avLst>
              <a:gd name="adj" fmla="val 8889"/>
            </a:avLst>
          </a:prstGeom>
          <a:solidFill>
            <a:srgbClr val="242424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525780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do repositório:  </a:t>
            </a:r>
            <a:pPr indent="0" marL="0">
              <a:buNone/>
            </a:pPr>
            <a:r>
              <a:rPr lang="en-US" sz="1400" i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[cole aqui a URL do repositório no GitHub após o push]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2026-09-10T14:39:56Z</dcterms:created>
  <dcterms:modified xsi:type="dcterms:W3CDTF">2026-09-10T14:39:56Z</dcterms:modified>
</cp:coreProperties>
</file>